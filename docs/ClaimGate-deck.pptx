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C5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D8F88"/>
                </a:solidFill>
                <a:latin typeface="Calibri"/>
              </a:rPr>
              <a:t>AI BUILDERS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ECECE4"/>
                </a:solidFill>
                <a:latin typeface="Georgia"/>
              </a:rPr>
              <a:t>ClaimGate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C5CCC4"/>
                </a:solidFill>
                <a:latin typeface="Calibri"/>
              </a:rPr>
              <a:t>No evidence, no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D8F88"/>
                </a:solidFill>
                <a:latin typeface="Calibri"/>
              </a:rPr>
              <a:t>An evidence gate for technical weekly reports and design drafts.
Unsupported outcomes cannot enter the submission-ready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D8F88"/>
                </a:solidFill>
                <a:latin typeface="Calibri"/>
              </a:rPr>
              <a:t>ClaimGate  ·  AI Builders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D8F88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C5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D8F88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CECE4"/>
                </a:solidFill>
                <a:latin typeface="Georgia"/>
              </a:rPr>
              <a:t>Technical drafts sound finished.
The evidence is missing.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CECE4"/>
                </a:solidFill>
                <a:latin typeface="Calibri"/>
              </a:rPr>
              <a:t>Weekly reports and design notes inflate outcomes: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“Shipped to production” — no PR, no date, no artifact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“Latency dropped 80%” — no measurement, no source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“Legal signed off” — no document, no owner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C5CCC4"/>
                </a:solidFill>
                <a:latin typeface="Calibri"/>
              </a:rPr>
              <a:t>·  AI rewrites make the empty phrasing smoother, not truer.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C5CCC4"/>
                </a:solidFill>
                <a:latin typeface="Calibri"/>
              </a:rPr>
              <a:t>·  Two agents reviewing each other will agree unless evidence is mandatory.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D8F88"/>
                </a:solidFill>
                <a:latin typeface="Calibri"/>
              </a:rPr>
              <a:t>ClaimGate  ·  AI Builders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D8F88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C5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D8F88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CECE4"/>
                </a:solidFill>
                <a:latin typeface="Georgia"/>
              </a:rPr>
              <a:t>One hard rule.
Three agents. Two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7A72"/>
                </a:solidFill>
                <a:latin typeface="Calibri"/>
              </a:rPr>
              <a:t>Unsupported outcome claims cannot enter the submission-ready draft.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1C1D1A"/>
          </a:solidFill>
          <a:ln>
            <a:solidFill>
              <a:srgbClr val="3A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5CCC4"/>
                </a:solidFill>
                <a:latin typeface="Calibri"/>
              </a:rPr>
              <a:t>01  Extractor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CE4"/>
                </a:solidFill>
                <a:latin typeface="Calibri"/>
              </a:rPr>
              <a:t>Pull every claim, metric,
and outcome from the draft.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01752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1C1D1A"/>
          </a:solidFill>
          <a:ln>
            <a:solidFill>
              <a:srgbClr val="3A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5CCC4"/>
                </a:solidFill>
                <a:latin typeface="Calibri"/>
              </a:rPr>
              <a:t>02 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8404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CE4"/>
                </a:solidFill>
                <a:latin typeface="Calibri"/>
              </a:rPr>
              <a:t>Score supported / weak /
unsupported from the draft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01752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1C1D1A"/>
          </a:solidFill>
          <a:ln>
            <a:solidFill>
              <a:srgbClr val="3A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5CCC4"/>
                </a:solidFill>
                <a:latin typeface="Calibri"/>
              </a:rPr>
              <a:t>03 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8404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CE4"/>
                </a:solidFill>
                <a:latin typeface="Calibri"/>
              </a:rPr>
              <a:t>Rewrite or remove empty
victories. List why.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D8F88"/>
                </a:solidFill>
                <a:latin typeface="Calibri"/>
              </a:rPr>
              <a:t>ClaimGate  ·  AI Builders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D8F88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C5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D8F88"/>
                </a:solidFill>
                <a:latin typeface="Calibri"/>
              </a:rPr>
              <a:t>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CECE4"/>
                </a:solidFill>
                <a:latin typeface="Georgia"/>
              </a:rPr>
              <a:t>People who ship writing that
must survive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CECE4"/>
                </a:solidFill>
                <a:latin typeface="Calibri"/>
              </a:rPr>
              <a:t>Individual developers and tech leads writing: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Weekly engineering updates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Design-review notes and architecture comments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Technical summaries that currently get rubber-stamped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8D8F88"/>
                </a:solidFill>
                <a:latin typeface="Calibri"/>
              </a:rPr>
              <a:t>·  Not: enterprise knowledge bases, auto-PR bots, or a general agent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D8F88"/>
                </a:solidFill>
                <a:latin typeface="Calibri"/>
              </a:rPr>
              <a:t>ClaimGate  ·  AI Builders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D8F88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C5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D8F88"/>
                </a:solidFill>
                <a:latin typeface="Calibri"/>
              </a:rPr>
              <a:t>PRODUCT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CECE4"/>
                </a:solidFill>
                <a:latin typeface="Georgia"/>
              </a:rPr>
              <a:t>What you see in one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C5CCC4"/>
                </a:solidFill>
                <a:latin typeface="Calibri"/>
              </a:rPr>
              <a:t>Samples  —  </a:t>
            </a:r>
            <a:r>
              <a:rPr sz="1800">
                <a:solidFill>
                  <a:srgbClr val="ECECE4"/>
                </a:solidFill>
                <a:latin typeface="Calibri"/>
              </a:rPr>
              <a:t>One-click weekly report and design-notes drafts with planted empty claims.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C5CCC4"/>
                </a:solidFill>
                <a:latin typeface="Calibri"/>
              </a:rPr>
              <a:t>Live pipeline  —  </a:t>
            </a:r>
            <a:r>
              <a:rPr sz="1800">
                <a:solidFill>
                  <a:srgbClr val="ECECE4"/>
                </a:solidFill>
                <a:latin typeface="Calibri"/>
              </a:rPr>
              <a:t>Stepper shows Extractor → Evidence → Gate as queued / running / done.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C5CCC4"/>
                </a:solidFill>
                <a:latin typeface="Calibri"/>
              </a:rPr>
              <a:t>Claim list  —  </a:t>
            </a:r>
            <a:r>
              <a:rPr sz="1800">
                <a:solidFill>
                  <a:srgbClr val="ECECE4"/>
                </a:solidFill>
                <a:latin typeface="Calibri"/>
              </a:rPr>
              <a:t>Each statement tagged kind + status, with a one-line reason.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C5CCC4"/>
                </a:solidFill>
                <a:latin typeface="Calibri"/>
              </a:rPr>
              <a:t>Gated draft  —  </a:t>
            </a:r>
            <a:r>
              <a:rPr sz="1800">
                <a:solidFill>
                  <a:srgbClr val="ECECE4"/>
                </a:solidFill>
                <a:latin typeface="Calibri"/>
              </a:rPr>
              <a:t>Copy-ready markdown. Unsupported outcomes removed or rewritten.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C5CCC4"/>
                </a:solidFill>
                <a:latin typeface="Calibri"/>
              </a:rPr>
              <a:t>Blocked list  —  </a:t>
            </a:r>
            <a:r>
              <a:rPr sz="1800">
                <a:solidFill>
                  <a:srgbClr val="ECECE4"/>
                </a:solidFill>
                <a:latin typeface="Calibri"/>
              </a:rPr>
              <a:t>Every intercepted sentence, with action and why it failed the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D8F88"/>
                </a:solidFill>
                <a:latin typeface="Calibri"/>
              </a:rPr>
              <a:t>ClaimGate  ·  AI Builders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D8F88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C5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D8F88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CECE4"/>
                </a:solidFill>
                <a:latin typeface="Georgia"/>
              </a:rPr>
              <a:t>Fixed sequence. Visible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5CCC4"/>
                </a:solidFill>
                <a:latin typeface="Calibri"/>
              </a:rPr>
              <a:t>Client (React + Zustand)  →  server functions  →  Grok JSON  →  UI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No dynamic routing. Three named agents, always in the same order.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Claims are structured: id, text, kind, status, evidence, reason.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Evidence may use only the pasted draft — no world knowledge.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JSON salvage if the model truncates; Gate can locally strip unsupported outcomes.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Timeouts and max_tokens on every call. User-initiated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D8F88"/>
                </a:solidFill>
                <a:latin typeface="Calibri"/>
              </a:rPr>
              <a:t>ClaimGate  ·  AI Builders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D8F88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C5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D8F88"/>
                </a:solidFill>
                <a:latin typeface="Calibri"/>
              </a:rPr>
              <a:t>AI 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CECE4"/>
                </a:solidFill>
                <a:latin typeface="Georgia"/>
              </a:rPr>
              <a:t>Grok does the reasoning.
Rules do the reliability.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CECE4"/>
                </a:solidFill>
                <a:latin typeface="Calibri"/>
              </a:rPr>
              <a:t>Model: grok-4.5 via the xAI Chat Completions API (server-side).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Extractor → compact JSON list of claims (max 12)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Evidence → status + short reason per claim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Gate → markdown final draft + blocked[] with action/reason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C5CCC4"/>
                </a:solidFill>
                <a:latin typeface="Calibri"/>
              </a:rPr>
              <a:t>·  Stack: TypeScript, React, TanStack Start, Tailwind, Zustand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The key never leaves the server. No mock answers in the product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D8F88"/>
                </a:solidFill>
                <a:latin typeface="Calibri"/>
              </a:rPr>
              <a:t>ClaimGate  ·  AI Builders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D8F88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C5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D8F88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CECE4"/>
                </a:solidFill>
                <a:latin typeface="Georgia"/>
              </a:rPr>
              <a:t>A draft you can stand behind.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CECE4"/>
                </a:solidFill>
                <a:latin typeface="Calibri"/>
              </a:rPr>
              <a:t>On the planted weekly-report sample, the gate typically: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7D9E86"/>
                </a:solidFill>
                <a:latin typeface="Calibri"/>
              </a:rPr>
              <a:t>·  Keeps concrete work (e.g. PR #482 merged Tuesday)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Marks empty ship / metric / “leadership loved it” as unsupported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Rewrites or removes those lines in the submission draft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Shows a blocked list a reviewer can argue with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Value: fewer rubber-stamped updates, without a 20-agent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D8F88"/>
                </a:solidFill>
                <a:latin typeface="Calibri"/>
              </a:rPr>
              <a:t>ClaimGate  ·  AI Builders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D8F88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C5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D8F88"/>
                </a:solidFill>
                <a:latin typeface="Calibri"/>
              </a:rP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CECE4"/>
                </a:solidFill>
                <a:latin typeface="Georgia"/>
              </a:rPr>
              <a:t>Same gate. Better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CECE4"/>
                </a:solidFill>
                <a:latin typeface="Calibri"/>
              </a:rPr>
              <a:t>In scope next — still not a platform: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Accept commit / PR links as evidence sources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One-click “add evidence” on weak claims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ECECE4"/>
                </a:solidFill>
                <a:latin typeface="Calibri"/>
              </a:rPr>
              <a:t>·  A team weekly-report template with the same hard rule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C07A72"/>
                </a:solidFill>
                <a:latin typeface="Calibri"/>
              </a:rPr>
              <a:t>·  Out of scope: multi-tenant OS, auto-merge, knowledge-base crawl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5CCC4"/>
                </a:solidFill>
                <a:latin typeface="Georgia"/>
              </a:rPr>
              <a:t>No evidence, no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D8F88"/>
                </a:solidFill>
                <a:latin typeface="Calibri"/>
              </a:rPr>
              <a:t>ClaimGate  ·  AI Builders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D8F88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